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3840">
          <p15:clr>
            <a:srgbClr val="747775"/>
          </p15:clr>
        </p15:guide>
      </p15:sldGuideLst>
    </p:ext>
    <p:ext uri="GoogleSlidesCustomDataVersion2">
      <go:slidesCustomData xmlns:go="http://customooxmlschemas.google.com/" r:id="rId15" roundtripDataSignature="AMtx7mj/VJbCjc64lhjB1pDjhpUFULed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F68510D-9E6F-4E28-9EA5-C27ABD2112A7}">
  <a:tblStyle styleId="{4F68510D-9E6F-4E28-9EA5-C27ABD2112A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customschemas.google.com/relationships/presentationmetadata" Target="metadata"/><Relationship Id="rId14" Type="http://schemas.openxmlformats.org/officeDocument/2006/relationships/slide" Target="slides/slide8.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defRPr>
            </a:lvl1pPr>
            <a:lvl2pPr indent="0" lvl="1" marL="0" algn="r">
              <a:spcBef>
                <a:spcPts val="0"/>
              </a:spcBef>
              <a:buNone/>
              <a:defRPr sz="1200">
                <a:solidFill>
                  <a:srgbClr val="888888"/>
                </a:solidFill>
              </a:defRPr>
            </a:lvl2pPr>
            <a:lvl3pPr indent="0" lvl="2" marL="0" algn="r">
              <a:spcBef>
                <a:spcPts val="0"/>
              </a:spcBef>
              <a:buNone/>
              <a:defRPr sz="1200">
                <a:solidFill>
                  <a:srgbClr val="888888"/>
                </a:solidFill>
              </a:defRPr>
            </a:lvl3pPr>
            <a:lvl4pPr indent="0" lvl="3" marL="0" algn="r">
              <a:spcBef>
                <a:spcPts val="0"/>
              </a:spcBef>
              <a:buNone/>
              <a:defRPr sz="1200">
                <a:solidFill>
                  <a:srgbClr val="888888"/>
                </a:solidFill>
              </a:defRPr>
            </a:lvl4pPr>
            <a:lvl5pPr indent="0" lvl="4" marL="0" algn="r">
              <a:spcBef>
                <a:spcPts val="0"/>
              </a:spcBef>
              <a:buNone/>
              <a:defRPr sz="1200">
                <a:solidFill>
                  <a:srgbClr val="888888"/>
                </a:solidFill>
              </a:defRPr>
            </a:lvl5pPr>
            <a:lvl6pPr indent="0" lvl="5" marL="0" algn="r">
              <a:spcBef>
                <a:spcPts val="0"/>
              </a:spcBef>
              <a:buNone/>
              <a:defRPr sz="1200">
                <a:solidFill>
                  <a:srgbClr val="888888"/>
                </a:solidFill>
              </a:defRPr>
            </a:lvl6pPr>
            <a:lvl7pPr indent="0" lvl="6" marL="0" algn="r">
              <a:spcBef>
                <a:spcPts val="0"/>
              </a:spcBef>
              <a:buNone/>
              <a:defRPr sz="1200">
                <a:solidFill>
                  <a:srgbClr val="888888"/>
                </a:solidFill>
              </a:defRPr>
            </a:lvl7pPr>
            <a:lvl8pPr indent="0" lvl="7" marL="0" algn="r">
              <a:spcBef>
                <a:spcPts val="0"/>
              </a:spcBef>
              <a:buNone/>
              <a:defRPr sz="1200">
                <a:solidFill>
                  <a:srgbClr val="888888"/>
                </a:solidFill>
              </a:defRPr>
            </a:lvl8pPr>
            <a:lvl9pPr indent="0" lvl="8" marL="0" algn="r">
              <a:spcBef>
                <a:spcPts val="0"/>
              </a:spcBef>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defRPr>
            </a:lvl1pPr>
            <a:lvl2pPr indent="0" lvl="1" marL="0" algn="r">
              <a:spcBef>
                <a:spcPts val="0"/>
              </a:spcBef>
              <a:buNone/>
              <a:defRPr sz="1200">
                <a:solidFill>
                  <a:srgbClr val="888888"/>
                </a:solidFill>
              </a:defRPr>
            </a:lvl2pPr>
            <a:lvl3pPr indent="0" lvl="2" marL="0" algn="r">
              <a:spcBef>
                <a:spcPts val="0"/>
              </a:spcBef>
              <a:buNone/>
              <a:defRPr sz="1200">
                <a:solidFill>
                  <a:srgbClr val="888888"/>
                </a:solidFill>
              </a:defRPr>
            </a:lvl3pPr>
            <a:lvl4pPr indent="0" lvl="3" marL="0" algn="r">
              <a:spcBef>
                <a:spcPts val="0"/>
              </a:spcBef>
              <a:buNone/>
              <a:defRPr sz="1200">
                <a:solidFill>
                  <a:srgbClr val="888888"/>
                </a:solidFill>
              </a:defRPr>
            </a:lvl4pPr>
            <a:lvl5pPr indent="0" lvl="4" marL="0" algn="r">
              <a:spcBef>
                <a:spcPts val="0"/>
              </a:spcBef>
              <a:buNone/>
              <a:defRPr sz="1200">
                <a:solidFill>
                  <a:srgbClr val="888888"/>
                </a:solidFill>
              </a:defRPr>
            </a:lvl5pPr>
            <a:lvl6pPr indent="0" lvl="5" marL="0" algn="r">
              <a:spcBef>
                <a:spcPts val="0"/>
              </a:spcBef>
              <a:buNone/>
              <a:defRPr sz="1200">
                <a:solidFill>
                  <a:srgbClr val="888888"/>
                </a:solidFill>
              </a:defRPr>
            </a:lvl6pPr>
            <a:lvl7pPr indent="0" lvl="6" marL="0" algn="r">
              <a:spcBef>
                <a:spcPts val="0"/>
              </a:spcBef>
              <a:buNone/>
              <a:defRPr sz="1200">
                <a:solidFill>
                  <a:srgbClr val="888888"/>
                </a:solidFill>
              </a:defRPr>
            </a:lvl7pPr>
            <a:lvl8pPr indent="0" lvl="7" marL="0" algn="r">
              <a:spcBef>
                <a:spcPts val="0"/>
              </a:spcBef>
              <a:buNone/>
              <a:defRPr sz="1200">
                <a:solidFill>
                  <a:srgbClr val="888888"/>
                </a:solidFill>
              </a:defRPr>
            </a:lvl8pPr>
            <a:lvl9pPr indent="0" lvl="8" marL="0" algn="r">
              <a:spcBef>
                <a:spcPts val="0"/>
              </a:spcBef>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defRPr>
            </a:lvl1pPr>
            <a:lvl2pPr indent="0" lvl="1" marL="0" algn="r">
              <a:spcBef>
                <a:spcPts val="0"/>
              </a:spcBef>
              <a:buNone/>
              <a:defRPr sz="1200">
                <a:solidFill>
                  <a:srgbClr val="888888"/>
                </a:solidFill>
              </a:defRPr>
            </a:lvl2pPr>
            <a:lvl3pPr indent="0" lvl="2" marL="0" algn="r">
              <a:spcBef>
                <a:spcPts val="0"/>
              </a:spcBef>
              <a:buNone/>
              <a:defRPr sz="1200">
                <a:solidFill>
                  <a:srgbClr val="888888"/>
                </a:solidFill>
              </a:defRPr>
            </a:lvl3pPr>
            <a:lvl4pPr indent="0" lvl="3" marL="0" algn="r">
              <a:spcBef>
                <a:spcPts val="0"/>
              </a:spcBef>
              <a:buNone/>
              <a:defRPr sz="1200">
                <a:solidFill>
                  <a:srgbClr val="888888"/>
                </a:solidFill>
              </a:defRPr>
            </a:lvl4pPr>
            <a:lvl5pPr indent="0" lvl="4" marL="0" algn="r">
              <a:spcBef>
                <a:spcPts val="0"/>
              </a:spcBef>
              <a:buNone/>
              <a:defRPr sz="1200">
                <a:solidFill>
                  <a:srgbClr val="888888"/>
                </a:solidFill>
              </a:defRPr>
            </a:lvl5pPr>
            <a:lvl6pPr indent="0" lvl="5" marL="0" algn="r">
              <a:spcBef>
                <a:spcPts val="0"/>
              </a:spcBef>
              <a:buNone/>
              <a:defRPr sz="1200">
                <a:solidFill>
                  <a:srgbClr val="888888"/>
                </a:solidFill>
              </a:defRPr>
            </a:lvl6pPr>
            <a:lvl7pPr indent="0" lvl="6" marL="0" algn="r">
              <a:spcBef>
                <a:spcPts val="0"/>
              </a:spcBef>
              <a:buNone/>
              <a:defRPr sz="1200">
                <a:solidFill>
                  <a:srgbClr val="888888"/>
                </a:solidFill>
              </a:defRPr>
            </a:lvl7pPr>
            <a:lvl8pPr indent="0" lvl="7" marL="0" algn="r">
              <a:spcBef>
                <a:spcPts val="0"/>
              </a:spcBef>
              <a:buNone/>
              <a:defRPr sz="1200">
                <a:solidFill>
                  <a:srgbClr val="888888"/>
                </a:solidFill>
              </a:defRPr>
            </a:lvl8pPr>
            <a:lvl9pPr indent="0" lvl="8" marL="0" algn="r">
              <a:spcBef>
                <a:spcPts val="0"/>
              </a:spcBef>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defRPr>
            </a:lvl1pPr>
            <a:lvl2pPr indent="0" lvl="1" marL="0" algn="r">
              <a:spcBef>
                <a:spcPts val="0"/>
              </a:spcBef>
              <a:buNone/>
              <a:defRPr sz="1200">
                <a:solidFill>
                  <a:srgbClr val="888888"/>
                </a:solidFill>
              </a:defRPr>
            </a:lvl2pPr>
            <a:lvl3pPr indent="0" lvl="2" marL="0" algn="r">
              <a:spcBef>
                <a:spcPts val="0"/>
              </a:spcBef>
              <a:buNone/>
              <a:defRPr sz="1200">
                <a:solidFill>
                  <a:srgbClr val="888888"/>
                </a:solidFill>
              </a:defRPr>
            </a:lvl3pPr>
            <a:lvl4pPr indent="0" lvl="3" marL="0" algn="r">
              <a:spcBef>
                <a:spcPts val="0"/>
              </a:spcBef>
              <a:buNone/>
              <a:defRPr sz="1200">
                <a:solidFill>
                  <a:srgbClr val="888888"/>
                </a:solidFill>
              </a:defRPr>
            </a:lvl4pPr>
            <a:lvl5pPr indent="0" lvl="4" marL="0" algn="r">
              <a:spcBef>
                <a:spcPts val="0"/>
              </a:spcBef>
              <a:buNone/>
              <a:defRPr sz="1200">
                <a:solidFill>
                  <a:srgbClr val="888888"/>
                </a:solidFill>
              </a:defRPr>
            </a:lvl5pPr>
            <a:lvl6pPr indent="0" lvl="5" marL="0" algn="r">
              <a:spcBef>
                <a:spcPts val="0"/>
              </a:spcBef>
              <a:buNone/>
              <a:defRPr sz="1200">
                <a:solidFill>
                  <a:srgbClr val="888888"/>
                </a:solidFill>
              </a:defRPr>
            </a:lvl6pPr>
            <a:lvl7pPr indent="0" lvl="6" marL="0" algn="r">
              <a:spcBef>
                <a:spcPts val="0"/>
              </a:spcBef>
              <a:buNone/>
              <a:defRPr sz="1200">
                <a:solidFill>
                  <a:srgbClr val="888888"/>
                </a:solidFill>
              </a:defRPr>
            </a:lvl7pPr>
            <a:lvl8pPr indent="0" lvl="7" marL="0" algn="r">
              <a:spcBef>
                <a:spcPts val="0"/>
              </a:spcBef>
              <a:buNone/>
              <a:defRPr sz="1200">
                <a:solidFill>
                  <a:srgbClr val="888888"/>
                </a:solidFill>
              </a:defRPr>
            </a:lvl8pPr>
            <a:lvl9pPr indent="0" lvl="8" marL="0" algn="r">
              <a:spcBef>
                <a:spcPts val="0"/>
              </a:spcBef>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defRPr>
            </a:lvl1pPr>
            <a:lvl2pPr indent="0" lvl="1" marL="0" algn="r">
              <a:spcBef>
                <a:spcPts val="0"/>
              </a:spcBef>
              <a:buNone/>
              <a:defRPr sz="1200">
                <a:solidFill>
                  <a:srgbClr val="888888"/>
                </a:solidFill>
              </a:defRPr>
            </a:lvl2pPr>
            <a:lvl3pPr indent="0" lvl="2" marL="0" algn="r">
              <a:spcBef>
                <a:spcPts val="0"/>
              </a:spcBef>
              <a:buNone/>
              <a:defRPr sz="1200">
                <a:solidFill>
                  <a:srgbClr val="888888"/>
                </a:solidFill>
              </a:defRPr>
            </a:lvl3pPr>
            <a:lvl4pPr indent="0" lvl="3" marL="0" algn="r">
              <a:spcBef>
                <a:spcPts val="0"/>
              </a:spcBef>
              <a:buNone/>
              <a:defRPr sz="1200">
                <a:solidFill>
                  <a:srgbClr val="888888"/>
                </a:solidFill>
              </a:defRPr>
            </a:lvl4pPr>
            <a:lvl5pPr indent="0" lvl="4" marL="0" algn="r">
              <a:spcBef>
                <a:spcPts val="0"/>
              </a:spcBef>
              <a:buNone/>
              <a:defRPr sz="1200">
                <a:solidFill>
                  <a:srgbClr val="888888"/>
                </a:solidFill>
              </a:defRPr>
            </a:lvl5pPr>
            <a:lvl6pPr indent="0" lvl="5" marL="0" algn="r">
              <a:spcBef>
                <a:spcPts val="0"/>
              </a:spcBef>
              <a:buNone/>
              <a:defRPr sz="1200">
                <a:solidFill>
                  <a:srgbClr val="888888"/>
                </a:solidFill>
              </a:defRPr>
            </a:lvl6pPr>
            <a:lvl7pPr indent="0" lvl="6" marL="0" algn="r">
              <a:spcBef>
                <a:spcPts val="0"/>
              </a:spcBef>
              <a:buNone/>
              <a:defRPr sz="1200">
                <a:solidFill>
                  <a:srgbClr val="888888"/>
                </a:solidFill>
              </a:defRPr>
            </a:lvl7pPr>
            <a:lvl8pPr indent="0" lvl="7" marL="0" algn="r">
              <a:spcBef>
                <a:spcPts val="0"/>
              </a:spcBef>
              <a:buNone/>
              <a:defRPr sz="1200">
                <a:solidFill>
                  <a:srgbClr val="888888"/>
                </a:solidFill>
              </a:defRPr>
            </a:lvl8pPr>
            <a:lvl9pPr indent="0" lvl="8" marL="0" algn="r">
              <a:spcBef>
                <a:spcPts val="0"/>
              </a:spcBef>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defRPr>
            </a:lvl1pPr>
            <a:lvl2pPr indent="0" lvl="1" marL="0" algn="r">
              <a:spcBef>
                <a:spcPts val="0"/>
              </a:spcBef>
              <a:buNone/>
              <a:defRPr sz="1200">
                <a:solidFill>
                  <a:srgbClr val="888888"/>
                </a:solidFill>
              </a:defRPr>
            </a:lvl2pPr>
            <a:lvl3pPr indent="0" lvl="2" marL="0" algn="r">
              <a:spcBef>
                <a:spcPts val="0"/>
              </a:spcBef>
              <a:buNone/>
              <a:defRPr sz="1200">
                <a:solidFill>
                  <a:srgbClr val="888888"/>
                </a:solidFill>
              </a:defRPr>
            </a:lvl3pPr>
            <a:lvl4pPr indent="0" lvl="3" marL="0" algn="r">
              <a:spcBef>
                <a:spcPts val="0"/>
              </a:spcBef>
              <a:buNone/>
              <a:defRPr sz="1200">
                <a:solidFill>
                  <a:srgbClr val="888888"/>
                </a:solidFill>
              </a:defRPr>
            </a:lvl4pPr>
            <a:lvl5pPr indent="0" lvl="4" marL="0" algn="r">
              <a:spcBef>
                <a:spcPts val="0"/>
              </a:spcBef>
              <a:buNone/>
              <a:defRPr sz="1200">
                <a:solidFill>
                  <a:srgbClr val="888888"/>
                </a:solidFill>
              </a:defRPr>
            </a:lvl5pPr>
            <a:lvl6pPr indent="0" lvl="5" marL="0" algn="r">
              <a:spcBef>
                <a:spcPts val="0"/>
              </a:spcBef>
              <a:buNone/>
              <a:defRPr sz="1200">
                <a:solidFill>
                  <a:srgbClr val="888888"/>
                </a:solidFill>
              </a:defRPr>
            </a:lvl6pPr>
            <a:lvl7pPr indent="0" lvl="6" marL="0" algn="r">
              <a:spcBef>
                <a:spcPts val="0"/>
              </a:spcBef>
              <a:buNone/>
              <a:defRPr sz="1200">
                <a:solidFill>
                  <a:srgbClr val="888888"/>
                </a:solidFill>
              </a:defRPr>
            </a:lvl7pPr>
            <a:lvl8pPr indent="0" lvl="7" marL="0" algn="r">
              <a:spcBef>
                <a:spcPts val="0"/>
              </a:spcBef>
              <a:buNone/>
              <a:defRPr sz="1200">
                <a:solidFill>
                  <a:srgbClr val="888888"/>
                </a:solidFill>
              </a:defRPr>
            </a:lvl8pPr>
            <a:lvl9pPr indent="0" lvl="8" marL="0" algn="r">
              <a:spcBef>
                <a:spcPts val="0"/>
              </a:spcBef>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defRPr>
            </a:lvl1pPr>
            <a:lvl2pPr indent="0" lvl="1" marL="0" algn="r">
              <a:spcBef>
                <a:spcPts val="0"/>
              </a:spcBef>
              <a:buNone/>
              <a:defRPr sz="1200">
                <a:solidFill>
                  <a:srgbClr val="888888"/>
                </a:solidFill>
              </a:defRPr>
            </a:lvl2pPr>
            <a:lvl3pPr indent="0" lvl="2" marL="0" algn="r">
              <a:spcBef>
                <a:spcPts val="0"/>
              </a:spcBef>
              <a:buNone/>
              <a:defRPr sz="1200">
                <a:solidFill>
                  <a:srgbClr val="888888"/>
                </a:solidFill>
              </a:defRPr>
            </a:lvl3pPr>
            <a:lvl4pPr indent="0" lvl="3" marL="0" algn="r">
              <a:spcBef>
                <a:spcPts val="0"/>
              </a:spcBef>
              <a:buNone/>
              <a:defRPr sz="1200">
                <a:solidFill>
                  <a:srgbClr val="888888"/>
                </a:solidFill>
              </a:defRPr>
            </a:lvl4pPr>
            <a:lvl5pPr indent="0" lvl="4" marL="0" algn="r">
              <a:spcBef>
                <a:spcPts val="0"/>
              </a:spcBef>
              <a:buNone/>
              <a:defRPr sz="1200">
                <a:solidFill>
                  <a:srgbClr val="888888"/>
                </a:solidFill>
              </a:defRPr>
            </a:lvl5pPr>
            <a:lvl6pPr indent="0" lvl="5" marL="0" algn="r">
              <a:spcBef>
                <a:spcPts val="0"/>
              </a:spcBef>
              <a:buNone/>
              <a:defRPr sz="1200">
                <a:solidFill>
                  <a:srgbClr val="888888"/>
                </a:solidFill>
              </a:defRPr>
            </a:lvl6pPr>
            <a:lvl7pPr indent="0" lvl="6" marL="0" algn="r">
              <a:spcBef>
                <a:spcPts val="0"/>
              </a:spcBef>
              <a:buNone/>
              <a:defRPr sz="1200">
                <a:solidFill>
                  <a:srgbClr val="888888"/>
                </a:solidFill>
              </a:defRPr>
            </a:lvl7pPr>
            <a:lvl8pPr indent="0" lvl="7" marL="0" algn="r">
              <a:spcBef>
                <a:spcPts val="0"/>
              </a:spcBef>
              <a:buNone/>
              <a:defRPr sz="1200">
                <a:solidFill>
                  <a:srgbClr val="888888"/>
                </a:solidFill>
              </a:defRPr>
            </a:lvl8pPr>
            <a:lvl9pPr indent="0" lvl="8" marL="0" algn="r">
              <a:spcBef>
                <a:spcPts val="0"/>
              </a:spcBef>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defRPr>
            </a:lvl1pPr>
            <a:lvl2pPr indent="0" lvl="1" marL="0" algn="r">
              <a:spcBef>
                <a:spcPts val="0"/>
              </a:spcBef>
              <a:buNone/>
              <a:defRPr sz="1200">
                <a:solidFill>
                  <a:srgbClr val="888888"/>
                </a:solidFill>
              </a:defRPr>
            </a:lvl2pPr>
            <a:lvl3pPr indent="0" lvl="2" marL="0" algn="r">
              <a:spcBef>
                <a:spcPts val="0"/>
              </a:spcBef>
              <a:buNone/>
              <a:defRPr sz="1200">
                <a:solidFill>
                  <a:srgbClr val="888888"/>
                </a:solidFill>
              </a:defRPr>
            </a:lvl3pPr>
            <a:lvl4pPr indent="0" lvl="3" marL="0" algn="r">
              <a:spcBef>
                <a:spcPts val="0"/>
              </a:spcBef>
              <a:buNone/>
              <a:defRPr sz="1200">
                <a:solidFill>
                  <a:srgbClr val="888888"/>
                </a:solidFill>
              </a:defRPr>
            </a:lvl4pPr>
            <a:lvl5pPr indent="0" lvl="4" marL="0" algn="r">
              <a:spcBef>
                <a:spcPts val="0"/>
              </a:spcBef>
              <a:buNone/>
              <a:defRPr sz="1200">
                <a:solidFill>
                  <a:srgbClr val="888888"/>
                </a:solidFill>
              </a:defRPr>
            </a:lvl5pPr>
            <a:lvl6pPr indent="0" lvl="5" marL="0" algn="r">
              <a:spcBef>
                <a:spcPts val="0"/>
              </a:spcBef>
              <a:buNone/>
              <a:defRPr sz="1200">
                <a:solidFill>
                  <a:srgbClr val="888888"/>
                </a:solidFill>
              </a:defRPr>
            </a:lvl6pPr>
            <a:lvl7pPr indent="0" lvl="6" marL="0" algn="r">
              <a:spcBef>
                <a:spcPts val="0"/>
              </a:spcBef>
              <a:buNone/>
              <a:defRPr sz="1200">
                <a:solidFill>
                  <a:srgbClr val="888888"/>
                </a:solidFill>
              </a:defRPr>
            </a:lvl7pPr>
            <a:lvl8pPr indent="0" lvl="7" marL="0" algn="r">
              <a:spcBef>
                <a:spcPts val="0"/>
              </a:spcBef>
              <a:buNone/>
              <a:defRPr sz="1200">
                <a:solidFill>
                  <a:srgbClr val="888888"/>
                </a:solidFill>
              </a:defRPr>
            </a:lvl8pPr>
            <a:lvl9pPr indent="0" lvl="8" marL="0" algn="r">
              <a:spcBef>
                <a:spcPts val="0"/>
              </a:spcBef>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8"/>
          <p:cNvSpPr/>
          <p:nvPr>
            <p:ph idx="2" type="pic"/>
          </p:nvPr>
        </p:nvSpPr>
        <p:spPr>
          <a:xfrm>
            <a:off x="5183188" y="987425"/>
            <a:ext cx="6172200" cy="4873625"/>
          </a:xfrm>
          <a:prstGeom prst="rect">
            <a:avLst/>
          </a:prstGeom>
          <a:noFill/>
          <a:ln>
            <a:noFill/>
          </a:ln>
        </p:spPr>
      </p:sp>
      <p:sp>
        <p:nvSpPr>
          <p:cNvPr id="64" name="Google Shape;64;p1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defRPr>
            </a:lvl1pPr>
            <a:lvl2pPr indent="0" lvl="1" marL="0" algn="r">
              <a:spcBef>
                <a:spcPts val="0"/>
              </a:spcBef>
              <a:buNone/>
              <a:defRPr sz="1200">
                <a:solidFill>
                  <a:srgbClr val="888888"/>
                </a:solidFill>
              </a:defRPr>
            </a:lvl2pPr>
            <a:lvl3pPr indent="0" lvl="2" marL="0" algn="r">
              <a:spcBef>
                <a:spcPts val="0"/>
              </a:spcBef>
              <a:buNone/>
              <a:defRPr sz="1200">
                <a:solidFill>
                  <a:srgbClr val="888888"/>
                </a:solidFill>
              </a:defRPr>
            </a:lvl3pPr>
            <a:lvl4pPr indent="0" lvl="3" marL="0" algn="r">
              <a:spcBef>
                <a:spcPts val="0"/>
              </a:spcBef>
              <a:buNone/>
              <a:defRPr sz="1200">
                <a:solidFill>
                  <a:srgbClr val="888888"/>
                </a:solidFill>
              </a:defRPr>
            </a:lvl4pPr>
            <a:lvl5pPr indent="0" lvl="4" marL="0" algn="r">
              <a:spcBef>
                <a:spcPts val="0"/>
              </a:spcBef>
              <a:buNone/>
              <a:defRPr sz="1200">
                <a:solidFill>
                  <a:srgbClr val="888888"/>
                </a:solidFill>
              </a:defRPr>
            </a:lvl5pPr>
            <a:lvl6pPr indent="0" lvl="5" marL="0" algn="r">
              <a:spcBef>
                <a:spcPts val="0"/>
              </a:spcBef>
              <a:buNone/>
              <a:defRPr sz="1200">
                <a:solidFill>
                  <a:srgbClr val="888888"/>
                </a:solidFill>
              </a:defRPr>
            </a:lvl6pPr>
            <a:lvl7pPr indent="0" lvl="6" marL="0" algn="r">
              <a:spcBef>
                <a:spcPts val="0"/>
              </a:spcBef>
              <a:buNone/>
              <a:defRPr sz="1200">
                <a:solidFill>
                  <a:srgbClr val="888888"/>
                </a:solidFill>
              </a:defRPr>
            </a:lvl7pPr>
            <a:lvl8pPr indent="0" lvl="7" marL="0" algn="r">
              <a:spcBef>
                <a:spcPts val="0"/>
              </a:spcBef>
              <a:buNone/>
              <a:defRPr sz="1200">
                <a:solidFill>
                  <a:srgbClr val="888888"/>
                </a:solidFill>
              </a:defRPr>
            </a:lvl8pPr>
            <a:lvl9pPr indent="0" lvl="8" marL="0" algn="r">
              <a:spcBef>
                <a:spcPts val="0"/>
              </a:spcBef>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defRPr>
            </a:lvl1pPr>
            <a:lvl2pPr indent="0" lvl="1" marL="0" algn="r">
              <a:spcBef>
                <a:spcPts val="0"/>
              </a:spcBef>
              <a:buNone/>
              <a:defRPr sz="1200">
                <a:solidFill>
                  <a:srgbClr val="888888"/>
                </a:solidFill>
              </a:defRPr>
            </a:lvl2pPr>
            <a:lvl3pPr indent="0" lvl="2" marL="0" algn="r">
              <a:spcBef>
                <a:spcPts val="0"/>
              </a:spcBef>
              <a:buNone/>
              <a:defRPr sz="1200">
                <a:solidFill>
                  <a:srgbClr val="888888"/>
                </a:solidFill>
              </a:defRPr>
            </a:lvl3pPr>
            <a:lvl4pPr indent="0" lvl="3" marL="0" algn="r">
              <a:spcBef>
                <a:spcPts val="0"/>
              </a:spcBef>
              <a:buNone/>
              <a:defRPr sz="1200">
                <a:solidFill>
                  <a:srgbClr val="888888"/>
                </a:solidFill>
              </a:defRPr>
            </a:lvl4pPr>
            <a:lvl5pPr indent="0" lvl="4" marL="0" algn="r">
              <a:spcBef>
                <a:spcPts val="0"/>
              </a:spcBef>
              <a:buNone/>
              <a:defRPr sz="1200">
                <a:solidFill>
                  <a:srgbClr val="888888"/>
                </a:solidFill>
              </a:defRPr>
            </a:lvl5pPr>
            <a:lvl6pPr indent="0" lvl="5" marL="0" algn="r">
              <a:spcBef>
                <a:spcPts val="0"/>
              </a:spcBef>
              <a:buNone/>
              <a:defRPr sz="1200">
                <a:solidFill>
                  <a:srgbClr val="888888"/>
                </a:solidFill>
              </a:defRPr>
            </a:lvl6pPr>
            <a:lvl7pPr indent="0" lvl="6" marL="0" algn="r">
              <a:spcBef>
                <a:spcPts val="0"/>
              </a:spcBef>
              <a:buNone/>
              <a:defRPr sz="1200">
                <a:solidFill>
                  <a:srgbClr val="888888"/>
                </a:solidFill>
              </a:defRPr>
            </a:lvl7pPr>
            <a:lvl8pPr indent="0" lvl="7" marL="0" algn="r">
              <a:spcBef>
                <a:spcPts val="0"/>
              </a:spcBef>
              <a:buNone/>
              <a:defRPr sz="1200">
                <a:solidFill>
                  <a:srgbClr val="888888"/>
                </a:solidFill>
              </a:defRPr>
            </a:lvl8pPr>
            <a:lvl9pPr indent="0" lvl="8" marL="0" algn="r">
              <a:spcBef>
                <a:spcPts val="0"/>
              </a:spcBef>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defRPr>
            </a:lvl1pPr>
            <a:lvl2pPr indent="0" lvl="1" marL="0" algn="r">
              <a:spcBef>
                <a:spcPts val="0"/>
              </a:spcBef>
              <a:buNone/>
              <a:defRPr sz="1200">
                <a:solidFill>
                  <a:srgbClr val="888888"/>
                </a:solidFill>
              </a:defRPr>
            </a:lvl2pPr>
            <a:lvl3pPr indent="0" lvl="2" marL="0" algn="r">
              <a:spcBef>
                <a:spcPts val="0"/>
              </a:spcBef>
              <a:buNone/>
              <a:defRPr sz="1200">
                <a:solidFill>
                  <a:srgbClr val="888888"/>
                </a:solidFill>
              </a:defRPr>
            </a:lvl3pPr>
            <a:lvl4pPr indent="0" lvl="3" marL="0" algn="r">
              <a:spcBef>
                <a:spcPts val="0"/>
              </a:spcBef>
              <a:buNone/>
              <a:defRPr sz="1200">
                <a:solidFill>
                  <a:srgbClr val="888888"/>
                </a:solidFill>
              </a:defRPr>
            </a:lvl4pPr>
            <a:lvl5pPr indent="0" lvl="4" marL="0" algn="r">
              <a:spcBef>
                <a:spcPts val="0"/>
              </a:spcBef>
              <a:buNone/>
              <a:defRPr sz="1200">
                <a:solidFill>
                  <a:srgbClr val="888888"/>
                </a:solidFill>
              </a:defRPr>
            </a:lvl5pPr>
            <a:lvl6pPr indent="0" lvl="5" marL="0" algn="r">
              <a:spcBef>
                <a:spcPts val="0"/>
              </a:spcBef>
              <a:buNone/>
              <a:defRPr sz="1200">
                <a:solidFill>
                  <a:srgbClr val="888888"/>
                </a:solidFill>
              </a:defRPr>
            </a:lvl6pPr>
            <a:lvl7pPr indent="0" lvl="6" marL="0" algn="r">
              <a:spcBef>
                <a:spcPts val="0"/>
              </a:spcBef>
              <a:buNone/>
              <a:defRPr sz="1200">
                <a:solidFill>
                  <a:srgbClr val="888888"/>
                </a:solidFill>
              </a:defRPr>
            </a:lvl7pPr>
            <a:lvl8pPr indent="0" lvl="7" marL="0" algn="r">
              <a:spcBef>
                <a:spcPts val="0"/>
              </a:spcBef>
              <a:buNone/>
              <a:defRPr sz="1200">
                <a:solidFill>
                  <a:srgbClr val="888888"/>
                </a:solidFill>
              </a:defRPr>
            </a:lvl8pPr>
            <a:lvl9pPr indent="0" lvl="8" marL="0" algn="r">
              <a:spcBef>
                <a:spcPts val="0"/>
              </a:spcBef>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Project NLP Challange (Group 1)</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Ben, Armando, Quincy and Bianca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725650" y="0"/>
            <a:ext cx="10628100" cy="1747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Executive summary</a:t>
            </a:r>
            <a:endParaRPr/>
          </a:p>
        </p:txBody>
      </p:sp>
      <p:sp>
        <p:nvSpPr>
          <p:cNvPr id="91" name="Google Shape;91;p2"/>
          <p:cNvSpPr txBox="1"/>
          <p:nvPr>
            <p:ph idx="1" type="body"/>
          </p:nvPr>
        </p:nvSpPr>
        <p:spPr>
          <a:xfrm>
            <a:off x="838200" y="1430475"/>
            <a:ext cx="5401200" cy="4746600"/>
          </a:xfrm>
          <a:prstGeom prst="rect">
            <a:avLst/>
          </a:prstGeom>
          <a:noFill/>
          <a:ln>
            <a:noFill/>
          </a:ln>
        </p:spPr>
        <p:txBody>
          <a:bodyPr anchorCtr="0" anchor="t" bIns="45700" lIns="285750" spcFirstLastPara="1" rIns="91425" wrap="square" tIns="45700">
            <a:normAutofit fontScale="40000" lnSpcReduction="20000"/>
          </a:bodyPr>
          <a:lstStyle/>
          <a:p>
            <a:pPr indent="-317500" lvl="0" marL="457200" rtl="0" algn="l">
              <a:lnSpc>
                <a:spcPct val="100000"/>
              </a:lnSpc>
              <a:spcBef>
                <a:spcPts val="0"/>
              </a:spcBef>
              <a:spcAft>
                <a:spcPts val="0"/>
              </a:spcAft>
              <a:buSzPct val="100000"/>
              <a:buChar char="●"/>
            </a:pPr>
            <a:r>
              <a:rPr lang="en-US" sz="3500"/>
              <a:t>Final results: </a:t>
            </a:r>
            <a:endParaRPr sz="3500"/>
          </a:p>
          <a:p>
            <a:pPr indent="0" lvl="0" marL="457200" rtl="0" algn="l">
              <a:lnSpc>
                <a:spcPct val="100000"/>
              </a:lnSpc>
              <a:spcBef>
                <a:spcPts val="0"/>
              </a:spcBef>
              <a:spcAft>
                <a:spcPts val="0"/>
              </a:spcAft>
              <a:buNone/>
            </a:pPr>
            <a:r>
              <a:t/>
            </a:r>
            <a:endParaRPr sz="3500"/>
          </a:p>
          <a:p>
            <a:pPr indent="0" lvl="0" marL="457200" rtl="0" algn="l">
              <a:lnSpc>
                <a:spcPct val="100000"/>
              </a:lnSpc>
              <a:spcBef>
                <a:spcPts val="0"/>
              </a:spcBef>
              <a:spcAft>
                <a:spcPts val="0"/>
              </a:spcAft>
              <a:buNone/>
            </a:pPr>
            <a:r>
              <a:t/>
            </a:r>
            <a:endParaRPr sz="2500"/>
          </a:p>
          <a:p>
            <a:pPr indent="-209550" lvl="0" marL="685800" rtl="0" algn="l">
              <a:lnSpc>
                <a:spcPct val="100000"/>
              </a:lnSpc>
              <a:spcBef>
                <a:spcPts val="0"/>
              </a:spcBef>
              <a:spcAft>
                <a:spcPts val="0"/>
              </a:spcAft>
              <a:buSzPct val="60000"/>
              <a:buChar char="●"/>
            </a:pPr>
            <a:r>
              <a:rPr lang="en-US" sz="2500"/>
              <a:t>LinearSVC+TF IDF: accuracy is 95%</a:t>
            </a:r>
            <a:endParaRPr sz="2500"/>
          </a:p>
          <a:p>
            <a:pPr indent="-209550" lvl="0" marL="685800" rtl="0" algn="l">
              <a:lnSpc>
                <a:spcPct val="100000"/>
              </a:lnSpc>
              <a:spcBef>
                <a:spcPts val="0"/>
              </a:spcBef>
              <a:spcAft>
                <a:spcPts val="0"/>
              </a:spcAft>
              <a:buSzPct val="60000"/>
              <a:buChar char="●"/>
            </a:pPr>
            <a:r>
              <a:rPr lang="en-US" sz="2500"/>
              <a:t> LogisticRegression + embeddings: accuracy is 97% </a:t>
            </a:r>
            <a:endParaRPr sz="2500"/>
          </a:p>
          <a:p>
            <a:pPr indent="-187960" lvl="0" marL="228600" rtl="0" algn="l">
              <a:lnSpc>
                <a:spcPct val="100000"/>
              </a:lnSpc>
              <a:spcBef>
                <a:spcPts val="1000"/>
              </a:spcBef>
              <a:spcAft>
                <a:spcPts val="0"/>
              </a:spcAft>
              <a:buClr>
                <a:schemeClr val="dk1"/>
              </a:buClr>
              <a:buSzPct val="100000"/>
              <a:buChar char="•"/>
            </a:pPr>
            <a:r>
              <a:rPr lang="en-US" sz="2900"/>
              <a:t>Model used: </a:t>
            </a:r>
            <a:endParaRPr sz="2900"/>
          </a:p>
          <a:p>
            <a:pPr indent="-177800" lvl="1" marL="685800" rtl="0" algn="l">
              <a:lnSpc>
                <a:spcPct val="100000"/>
              </a:lnSpc>
              <a:spcBef>
                <a:spcPts val="1000"/>
              </a:spcBef>
              <a:spcAft>
                <a:spcPts val="0"/>
              </a:spcAft>
              <a:buSzPct val="100000"/>
              <a:buChar char="•"/>
            </a:pPr>
            <a:r>
              <a:rPr lang="en-US" sz="2500"/>
              <a:t>LinearSVC</a:t>
            </a:r>
            <a:endParaRPr sz="2500"/>
          </a:p>
          <a:p>
            <a:pPr indent="-177800" lvl="1" marL="685800" rtl="0" algn="l">
              <a:lnSpc>
                <a:spcPct val="100000"/>
              </a:lnSpc>
              <a:spcBef>
                <a:spcPts val="1000"/>
              </a:spcBef>
              <a:spcAft>
                <a:spcPts val="0"/>
              </a:spcAft>
              <a:buSzPct val="100000"/>
              <a:buChar char="•"/>
            </a:pPr>
            <a:r>
              <a:rPr lang="en-US" sz="2500"/>
              <a:t>LogisticRegression + embedding</a:t>
            </a:r>
            <a:endParaRPr sz="2500"/>
          </a:p>
          <a:p>
            <a:pPr indent="-203200" lvl="0" marL="228600" rtl="0" algn="l">
              <a:lnSpc>
                <a:spcPct val="100000"/>
              </a:lnSpc>
              <a:spcBef>
                <a:spcPts val="1000"/>
              </a:spcBef>
              <a:spcAft>
                <a:spcPts val="0"/>
              </a:spcAft>
              <a:buClr>
                <a:schemeClr val="dk1"/>
              </a:buClr>
              <a:buSzPct val="100000"/>
              <a:buChar char="•"/>
            </a:pPr>
            <a:r>
              <a:rPr lang="en-US" sz="3500"/>
              <a:t>A</a:t>
            </a:r>
            <a:r>
              <a:rPr lang="en-US" sz="3500"/>
              <a:t>lternative models tested:</a:t>
            </a:r>
            <a:endParaRPr sz="3500"/>
          </a:p>
          <a:p>
            <a:pPr indent="-177800" lvl="1" marL="685800" rtl="0" algn="l">
              <a:lnSpc>
                <a:spcPct val="100000"/>
              </a:lnSpc>
              <a:spcBef>
                <a:spcPts val="1000"/>
              </a:spcBef>
              <a:spcAft>
                <a:spcPts val="0"/>
              </a:spcAft>
              <a:buClr>
                <a:schemeClr val="dk1"/>
              </a:buClr>
              <a:buSzPct val="100000"/>
              <a:buChar char="•"/>
            </a:pPr>
            <a:r>
              <a:rPr lang="en-US" sz="2500"/>
              <a:t>Logistic Regression </a:t>
            </a:r>
            <a:endParaRPr sz="2500"/>
          </a:p>
          <a:p>
            <a:pPr indent="-177800" lvl="1" marL="685800" rtl="0" algn="l">
              <a:lnSpc>
                <a:spcPct val="100000"/>
              </a:lnSpc>
              <a:spcBef>
                <a:spcPts val="1000"/>
              </a:spcBef>
              <a:spcAft>
                <a:spcPts val="0"/>
              </a:spcAft>
              <a:buClr>
                <a:schemeClr val="dk1"/>
              </a:buClr>
              <a:buSzPct val="100000"/>
              <a:buChar char="•"/>
            </a:pPr>
            <a:r>
              <a:rPr lang="en-US" sz="2500"/>
              <a:t>Naive Bayes</a:t>
            </a:r>
            <a:endParaRPr sz="2500"/>
          </a:p>
          <a:p>
            <a:pPr indent="-177800" lvl="1" marL="685800" rtl="0" algn="l">
              <a:lnSpc>
                <a:spcPct val="100000"/>
              </a:lnSpc>
              <a:spcBef>
                <a:spcPts val="1000"/>
              </a:spcBef>
              <a:spcAft>
                <a:spcPts val="0"/>
              </a:spcAft>
              <a:buSzPct val="100000"/>
              <a:buChar char="•"/>
            </a:pPr>
            <a:r>
              <a:rPr lang="en-US" sz="2500"/>
              <a:t>SVM</a:t>
            </a:r>
            <a:endParaRPr sz="2500"/>
          </a:p>
          <a:p>
            <a:pPr indent="-177800" lvl="1" marL="685800" rtl="0" algn="l">
              <a:lnSpc>
                <a:spcPct val="100000"/>
              </a:lnSpc>
              <a:spcBef>
                <a:spcPts val="1000"/>
              </a:spcBef>
              <a:spcAft>
                <a:spcPts val="0"/>
              </a:spcAft>
              <a:buSzPct val="100000"/>
              <a:buChar char="•"/>
            </a:pPr>
            <a:r>
              <a:rPr lang="en-US" sz="2500"/>
              <a:t>Neural Networks</a:t>
            </a:r>
            <a:endParaRPr sz="2500"/>
          </a:p>
          <a:p>
            <a:pPr indent="-203200" lvl="0" marL="228600" rtl="0" algn="l">
              <a:lnSpc>
                <a:spcPct val="100000"/>
              </a:lnSpc>
              <a:spcBef>
                <a:spcPts val="1000"/>
              </a:spcBef>
              <a:spcAft>
                <a:spcPts val="0"/>
              </a:spcAft>
              <a:buClr>
                <a:schemeClr val="dk1"/>
              </a:buClr>
              <a:buSzPct val="100000"/>
              <a:buChar char="•"/>
            </a:pPr>
            <a:r>
              <a:rPr lang="en-US" sz="3500"/>
              <a:t>Other important methodology or considerations:   </a:t>
            </a:r>
            <a:endParaRPr sz="3500"/>
          </a:p>
          <a:p>
            <a:pPr indent="0" lvl="0" marL="228600" rtl="0" algn="l">
              <a:lnSpc>
                <a:spcPct val="100000"/>
              </a:lnSpc>
              <a:spcBef>
                <a:spcPts val="1000"/>
              </a:spcBef>
              <a:spcAft>
                <a:spcPts val="0"/>
              </a:spcAft>
              <a:buNone/>
            </a:pPr>
            <a:r>
              <a:t/>
            </a:r>
            <a:endParaRPr sz="2200"/>
          </a:p>
          <a:p>
            <a:pPr indent="-635000" lvl="0" marL="685800" rtl="0" algn="l">
              <a:lnSpc>
                <a:spcPct val="100000"/>
              </a:lnSpc>
              <a:spcBef>
                <a:spcPts val="1000"/>
              </a:spcBef>
              <a:spcAft>
                <a:spcPts val="0"/>
              </a:spcAft>
              <a:buSzPct val="100000"/>
              <a:buChar char="•"/>
            </a:pPr>
            <a:r>
              <a:rPr lang="en-US" sz="2500"/>
              <a:t> We used consistent preprocessing for all models, we kept the same train and validation split for every model, so the evaluation was consistent.The Neural Network performed slightly better because embeddings capture semantics, while IDF-TF only counts frequency.</a:t>
            </a:r>
            <a:endParaRPr sz="2500"/>
          </a:p>
          <a:p>
            <a:pPr indent="0" lvl="0" marL="0" rtl="0" algn="l">
              <a:lnSpc>
                <a:spcPct val="100000"/>
              </a:lnSpc>
              <a:spcBef>
                <a:spcPts val="1000"/>
              </a:spcBef>
              <a:spcAft>
                <a:spcPts val="0"/>
              </a:spcAft>
              <a:buNone/>
            </a:pPr>
            <a:r>
              <a:t/>
            </a:r>
            <a:endParaRPr sz="2500"/>
          </a:p>
          <a:p>
            <a:pPr indent="0" lvl="0" marL="228600" rtl="0" algn="l">
              <a:lnSpc>
                <a:spcPct val="100000"/>
              </a:lnSpc>
              <a:spcBef>
                <a:spcPts val="1000"/>
              </a:spcBef>
              <a:spcAft>
                <a:spcPts val="0"/>
              </a:spcAft>
              <a:buNone/>
            </a:pPr>
            <a:r>
              <a:rPr lang="en-US" sz="2200"/>
              <a:t>   </a:t>
            </a:r>
            <a:endParaRPr sz="2200"/>
          </a:p>
          <a:p>
            <a:pPr indent="0" lvl="0" marL="228600" rtl="0" algn="l">
              <a:lnSpc>
                <a:spcPct val="50000"/>
              </a:lnSpc>
              <a:spcBef>
                <a:spcPts val="1000"/>
              </a:spcBef>
              <a:spcAft>
                <a:spcPts val="0"/>
              </a:spcAft>
              <a:buNone/>
            </a:pPr>
            <a:r>
              <a:t/>
            </a:r>
            <a:endParaRPr sz="1800"/>
          </a:p>
        </p:txBody>
      </p:sp>
      <p:pic>
        <p:nvPicPr>
          <p:cNvPr id="92" name="Google Shape;92;p2"/>
          <p:cNvPicPr preferRelativeResize="0"/>
          <p:nvPr/>
        </p:nvPicPr>
        <p:blipFill>
          <a:blip r:embed="rId3">
            <a:alphaModFix/>
          </a:blip>
          <a:stretch>
            <a:fillRect/>
          </a:stretch>
        </p:blipFill>
        <p:spPr>
          <a:xfrm>
            <a:off x="6163200" y="608200"/>
            <a:ext cx="5876400" cy="50002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Methods (preprocessing)</a:t>
            </a:r>
            <a:endParaRPr/>
          </a:p>
        </p:txBody>
      </p:sp>
      <p:sp>
        <p:nvSpPr>
          <p:cNvPr id="98" name="Google Shape;98;p3"/>
          <p:cNvSpPr txBox="1"/>
          <p:nvPr>
            <p:ph idx="1" type="body"/>
          </p:nvPr>
        </p:nvSpPr>
        <p:spPr>
          <a:xfrm>
            <a:off x="838200" y="1376651"/>
            <a:ext cx="10515600" cy="4831200"/>
          </a:xfrm>
          <a:prstGeom prst="rect">
            <a:avLst/>
          </a:prstGeom>
          <a:noFill/>
          <a:ln>
            <a:noFill/>
          </a:ln>
        </p:spPr>
        <p:txBody>
          <a:bodyPr anchorCtr="0" anchor="t" bIns="45700" lIns="91425" spcFirstLastPara="1" rIns="91425" wrap="square" tIns="45700">
            <a:normAutofit/>
          </a:bodyPr>
          <a:lstStyle/>
          <a:p>
            <a:pPr indent="-209550" lvl="0" marL="228600" rtl="0" algn="l">
              <a:lnSpc>
                <a:spcPct val="80000"/>
              </a:lnSpc>
              <a:spcBef>
                <a:spcPts val="1000"/>
              </a:spcBef>
              <a:spcAft>
                <a:spcPts val="0"/>
              </a:spcAft>
              <a:buSzPts val="1500"/>
              <a:buFont typeface="Calibri"/>
              <a:buChar char="•"/>
            </a:pPr>
            <a:r>
              <a:rPr lang="en-US" sz="1500"/>
              <a:t>Different preprocessing techniques were tested:</a:t>
            </a:r>
            <a:endParaRPr sz="1500"/>
          </a:p>
          <a:p>
            <a:pPr indent="-209550" lvl="1" marL="685800" rtl="0" algn="l">
              <a:lnSpc>
                <a:spcPct val="80000"/>
              </a:lnSpc>
              <a:spcBef>
                <a:spcPts val="500"/>
              </a:spcBef>
              <a:spcAft>
                <a:spcPts val="0"/>
              </a:spcAft>
              <a:buSzPts val="1500"/>
              <a:buFont typeface="Calibri"/>
              <a:buChar char="•"/>
            </a:pPr>
            <a:r>
              <a:rPr lang="en-US" sz="1500"/>
              <a:t>tokenization -&gt; then removal of stop words</a:t>
            </a:r>
            <a:endParaRPr sz="1500"/>
          </a:p>
          <a:p>
            <a:pPr indent="-209550" lvl="1" marL="685800" rtl="0" algn="l">
              <a:lnSpc>
                <a:spcPct val="80000"/>
              </a:lnSpc>
              <a:spcBef>
                <a:spcPts val="500"/>
              </a:spcBef>
              <a:spcAft>
                <a:spcPts val="0"/>
              </a:spcAft>
              <a:buSzPts val="1500"/>
              <a:buFont typeface="Calibri"/>
              <a:buChar char="•"/>
            </a:pPr>
            <a:r>
              <a:rPr lang="en-US" sz="1500"/>
              <a:t>stemming -&gt; then removal of stop words</a:t>
            </a:r>
            <a:endParaRPr sz="1500"/>
          </a:p>
          <a:p>
            <a:pPr indent="-209550" lvl="1" marL="685800" rtl="0" algn="l">
              <a:lnSpc>
                <a:spcPct val="80000"/>
              </a:lnSpc>
              <a:spcBef>
                <a:spcPts val="500"/>
              </a:spcBef>
              <a:spcAft>
                <a:spcPts val="0"/>
              </a:spcAft>
              <a:buSzPts val="1500"/>
              <a:buFont typeface="Calibri"/>
              <a:buChar char="•"/>
            </a:pPr>
            <a:r>
              <a:rPr lang="en-US" sz="1500"/>
              <a:t>lemmatization -&gt; then removal of stop words</a:t>
            </a:r>
            <a:endParaRPr sz="1500"/>
          </a:p>
          <a:p>
            <a:pPr indent="-209550" lvl="1" marL="685800" rtl="0" algn="l">
              <a:lnSpc>
                <a:spcPct val="80000"/>
              </a:lnSpc>
              <a:spcBef>
                <a:spcPts val="500"/>
              </a:spcBef>
              <a:spcAft>
                <a:spcPts val="0"/>
              </a:spcAft>
              <a:buSzPts val="1500"/>
              <a:buFont typeface="Calibri"/>
              <a:buChar char="•"/>
            </a:pPr>
            <a:r>
              <a:rPr lang="en-US" sz="1500"/>
              <a:t>no preprocessing</a:t>
            </a:r>
            <a:endParaRPr sz="1500"/>
          </a:p>
          <a:p>
            <a:pPr indent="-209550" lvl="0" marL="228600" rtl="0" algn="l">
              <a:lnSpc>
                <a:spcPct val="80000"/>
              </a:lnSpc>
              <a:spcBef>
                <a:spcPts val="1000"/>
              </a:spcBef>
              <a:spcAft>
                <a:spcPts val="0"/>
              </a:spcAft>
              <a:buSzPts val="1500"/>
              <a:buFont typeface="Calibri"/>
              <a:buChar char="•"/>
            </a:pPr>
            <a:r>
              <a:rPr lang="en-US" sz="1500"/>
              <a:t>The dataset is already lowercase.</a:t>
            </a:r>
            <a:endParaRPr sz="1500"/>
          </a:p>
          <a:p>
            <a:pPr indent="-209550" lvl="0" marL="228600" rtl="0" algn="l">
              <a:lnSpc>
                <a:spcPct val="80000"/>
              </a:lnSpc>
              <a:spcBef>
                <a:spcPts val="1000"/>
              </a:spcBef>
              <a:spcAft>
                <a:spcPts val="0"/>
              </a:spcAft>
              <a:buSzPts val="1500"/>
              <a:buFont typeface="Calibri"/>
              <a:buChar char="•"/>
            </a:pPr>
            <a:r>
              <a:rPr lang="en-US" sz="1500"/>
              <a:t>The best results are achieved using the dataset with no preprocessing and LogisticRegression (train/test split = 90%/10%). Accuracy: 92.82%.</a:t>
            </a:r>
            <a:endParaRPr sz="1500"/>
          </a:p>
          <a:p>
            <a:pPr indent="-82550" lvl="0" marL="228600" rtl="0" algn="l">
              <a:lnSpc>
                <a:spcPct val="80000"/>
              </a:lnSpc>
              <a:spcBef>
                <a:spcPts val="1000"/>
              </a:spcBef>
              <a:spcAft>
                <a:spcPts val="0"/>
              </a:spcAft>
              <a:buSzPts val="500"/>
              <a:buChar char="•"/>
            </a:pPr>
            <a:r>
              <a:t/>
            </a:r>
            <a:endParaRPr sz="1500"/>
          </a:p>
        </p:txBody>
      </p:sp>
      <p:pic>
        <p:nvPicPr>
          <p:cNvPr id="99" name="Google Shape;99;p3"/>
          <p:cNvPicPr preferRelativeResize="0"/>
          <p:nvPr/>
        </p:nvPicPr>
        <p:blipFill>
          <a:blip r:embed="rId3">
            <a:alphaModFix/>
          </a:blip>
          <a:stretch>
            <a:fillRect/>
          </a:stretch>
        </p:blipFill>
        <p:spPr>
          <a:xfrm>
            <a:off x="2800350" y="3253274"/>
            <a:ext cx="6077876" cy="31882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Methods (embedding)</a:t>
            </a:r>
            <a:endParaRPr/>
          </a:p>
        </p:txBody>
      </p:sp>
      <p:sp>
        <p:nvSpPr>
          <p:cNvPr id="105" name="Google Shape;105;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We used OpenAI embeddings.</a:t>
            </a:r>
            <a:endParaRPr/>
          </a:p>
          <a:p>
            <a:pPr indent="-228600" lvl="0" marL="228600" rtl="0" algn="l">
              <a:lnSpc>
                <a:spcPct val="90000"/>
              </a:lnSpc>
              <a:spcBef>
                <a:spcPts val="1000"/>
              </a:spcBef>
              <a:spcAft>
                <a:spcPts val="0"/>
              </a:spcAft>
              <a:buClr>
                <a:schemeClr val="dk1"/>
              </a:buClr>
              <a:buSzPts val="2800"/>
              <a:buChar char="•"/>
            </a:pPr>
            <a:r>
              <a:rPr lang="en-US"/>
              <a:t>We performed no preprocessing of the data before running the embeddings functions.</a:t>
            </a:r>
            <a:endParaRPr/>
          </a:p>
          <a:p>
            <a:pPr indent="-165100" lvl="0" marL="228600" rtl="0" algn="l">
              <a:lnSpc>
                <a:spcPct val="90000"/>
              </a:lnSpc>
              <a:spcBef>
                <a:spcPts val="1000"/>
              </a:spcBef>
              <a:spcAft>
                <a:spcPts val="0"/>
              </a:spcAft>
              <a:buSzPts val="1800"/>
              <a:buChar char="•"/>
            </a:pPr>
            <a:r>
              <a:rPr lang="en-US"/>
              <a:t>We tested the classifiers: Logistic Regression, Random Forest.</a:t>
            </a:r>
            <a:endParaRPr/>
          </a:p>
          <a:p>
            <a:pPr indent="-228600" lvl="0" marL="228600" rtl="0" algn="l">
              <a:lnSpc>
                <a:spcPct val="90000"/>
              </a:lnSpc>
              <a:spcBef>
                <a:spcPts val="1000"/>
              </a:spcBef>
              <a:spcAft>
                <a:spcPts val="0"/>
              </a:spcAft>
              <a:buClr>
                <a:schemeClr val="dk1"/>
              </a:buClr>
              <a:buSzPts val="2800"/>
              <a:buChar char="•"/>
            </a:pPr>
            <a:r>
              <a:rPr lang="en-US"/>
              <a:t>The highest accuracy was for embeddings with Logistic Regression. Accuracy: 97.30%.</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5"/>
          <p:cNvSpPr txBox="1"/>
          <p:nvPr>
            <p:ph type="title"/>
          </p:nvPr>
        </p:nvSpPr>
        <p:spPr>
          <a:xfrm>
            <a:off x="1002050" y="-46825"/>
            <a:ext cx="9945000" cy="994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Models Overview</a:t>
            </a:r>
            <a:endParaRPr/>
          </a:p>
        </p:txBody>
      </p:sp>
      <p:sp>
        <p:nvSpPr>
          <p:cNvPr id="111" name="Google Shape;111;p5"/>
          <p:cNvSpPr txBox="1"/>
          <p:nvPr/>
        </p:nvSpPr>
        <p:spPr>
          <a:xfrm>
            <a:off x="344000" y="1144150"/>
            <a:ext cx="1779000" cy="66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800">
                <a:solidFill>
                  <a:schemeClr val="dk1"/>
                </a:solidFill>
                <a:latin typeface="Calibri"/>
                <a:ea typeface="Calibri"/>
                <a:cs typeface="Calibri"/>
                <a:sym typeface="Calibri"/>
              </a:rPr>
              <a:t>80/20 Split</a:t>
            </a:r>
            <a:endParaRPr sz="2800">
              <a:solidFill>
                <a:schemeClr val="dk1"/>
              </a:solidFill>
              <a:latin typeface="Calibri"/>
              <a:ea typeface="Calibri"/>
              <a:cs typeface="Calibri"/>
              <a:sym typeface="Calibri"/>
            </a:endParaRPr>
          </a:p>
        </p:txBody>
      </p:sp>
      <p:pic>
        <p:nvPicPr>
          <p:cNvPr id="112" name="Google Shape;112;p5" title="Screenshot 2026-02-06 154443.png"/>
          <p:cNvPicPr preferRelativeResize="0"/>
          <p:nvPr/>
        </p:nvPicPr>
        <p:blipFill>
          <a:blip r:embed="rId3">
            <a:alphaModFix/>
          </a:blip>
          <a:stretch>
            <a:fillRect/>
          </a:stretch>
        </p:blipFill>
        <p:spPr>
          <a:xfrm>
            <a:off x="2213025" y="812125"/>
            <a:ext cx="7679095" cy="6045874"/>
          </a:xfrm>
          <a:prstGeom prst="rect">
            <a:avLst/>
          </a:prstGeom>
          <a:noFill/>
          <a:ln>
            <a:noFill/>
          </a:ln>
        </p:spPr>
      </p:pic>
      <p:sp>
        <p:nvSpPr>
          <p:cNvPr id="113" name="Google Shape;113;p5"/>
          <p:cNvSpPr txBox="1"/>
          <p:nvPr/>
        </p:nvSpPr>
        <p:spPr>
          <a:xfrm>
            <a:off x="408500" y="2279350"/>
            <a:ext cx="1650000" cy="9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6"/>
          <p:cNvSpPr txBox="1"/>
          <p:nvPr>
            <p:ph type="title"/>
          </p:nvPr>
        </p:nvSpPr>
        <p:spPr>
          <a:xfrm>
            <a:off x="1152700" y="0"/>
            <a:ext cx="9582300" cy="9078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Best Model</a:t>
            </a:r>
            <a:endParaRPr/>
          </a:p>
        </p:txBody>
      </p:sp>
      <p:pic>
        <p:nvPicPr>
          <p:cNvPr id="119" name="Google Shape;119;p6" title="Screenshot 2026-02-06 154708.png"/>
          <p:cNvPicPr preferRelativeResize="0"/>
          <p:nvPr/>
        </p:nvPicPr>
        <p:blipFill>
          <a:blip r:embed="rId3">
            <a:alphaModFix/>
          </a:blip>
          <a:stretch>
            <a:fillRect/>
          </a:stretch>
        </p:blipFill>
        <p:spPr>
          <a:xfrm>
            <a:off x="3191351" y="791500"/>
            <a:ext cx="5766126" cy="5927576"/>
          </a:xfrm>
          <a:prstGeom prst="rect">
            <a:avLst/>
          </a:prstGeom>
          <a:noFill/>
          <a:ln>
            <a:noFill/>
          </a:ln>
        </p:spPr>
      </p:pic>
      <p:sp>
        <p:nvSpPr>
          <p:cNvPr id="120" name="Google Shape;120;p6"/>
          <p:cNvSpPr txBox="1"/>
          <p:nvPr/>
        </p:nvSpPr>
        <p:spPr>
          <a:xfrm>
            <a:off x="262075" y="1059925"/>
            <a:ext cx="2481000" cy="9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Real = 1</a:t>
            </a:r>
            <a:endParaRPr sz="2800">
              <a:solidFill>
                <a:schemeClr val="dk1"/>
              </a:solidFill>
              <a:latin typeface="Calibri"/>
              <a:ea typeface="Calibri"/>
              <a:cs typeface="Calibri"/>
              <a:sym typeface="Calibri"/>
            </a:endParaRPr>
          </a:p>
          <a:p>
            <a:pPr indent="0" lvl="0" marL="0" rtl="0" algn="l">
              <a:spcBef>
                <a:spcPts val="0"/>
              </a:spcBef>
              <a:spcAft>
                <a:spcPts val="0"/>
              </a:spcAft>
              <a:buNone/>
            </a:pPr>
            <a:r>
              <a:rPr lang="en-US" sz="2800">
                <a:solidFill>
                  <a:schemeClr val="dk1"/>
                </a:solidFill>
                <a:latin typeface="Calibri"/>
                <a:ea typeface="Calibri"/>
                <a:cs typeface="Calibri"/>
                <a:sym typeface="Calibri"/>
              </a:rPr>
              <a:t>Fake = 0</a:t>
            </a:r>
            <a:endParaRPr sz="2800">
              <a:solidFill>
                <a:schemeClr val="dk1"/>
              </a:solidFill>
              <a:latin typeface="Calibri"/>
              <a:ea typeface="Calibri"/>
              <a:cs typeface="Calibri"/>
              <a:sym typeface="Calibri"/>
            </a:endParaRPr>
          </a:p>
        </p:txBody>
      </p:sp>
      <p:sp>
        <p:nvSpPr>
          <p:cNvPr id="121" name="Google Shape;121;p6"/>
          <p:cNvSpPr txBox="1"/>
          <p:nvPr/>
        </p:nvSpPr>
        <p:spPr>
          <a:xfrm>
            <a:off x="262075" y="2466575"/>
            <a:ext cx="1942800" cy="138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FP  = 97</a:t>
            </a:r>
            <a:endParaRPr sz="2800">
              <a:solidFill>
                <a:schemeClr val="dk1"/>
              </a:solidFill>
              <a:latin typeface="Calibri"/>
              <a:ea typeface="Calibri"/>
              <a:cs typeface="Calibri"/>
              <a:sym typeface="Calibri"/>
            </a:endParaRPr>
          </a:p>
          <a:p>
            <a:pPr indent="0" lvl="0" marL="0" rtl="0" algn="l">
              <a:spcBef>
                <a:spcPts val="0"/>
              </a:spcBef>
              <a:spcAft>
                <a:spcPts val="0"/>
              </a:spcAft>
              <a:buNone/>
            </a:pPr>
            <a:r>
              <a:rPr lang="en-US" sz="2800">
                <a:solidFill>
                  <a:schemeClr val="dk1"/>
                </a:solidFill>
                <a:latin typeface="Calibri"/>
                <a:ea typeface="Calibri"/>
                <a:cs typeface="Calibri"/>
                <a:sym typeface="Calibri"/>
              </a:rPr>
              <a:t>FN = 134</a:t>
            </a:r>
            <a:endParaRPr sz="2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7"/>
          <p:cNvSpPr/>
          <p:nvPr/>
        </p:nvSpPr>
        <p:spPr>
          <a:xfrm>
            <a:off x="8322425" y="1804725"/>
            <a:ext cx="3037200" cy="92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7" name="Google Shape;127;p7"/>
          <p:cNvSpPr/>
          <p:nvPr/>
        </p:nvSpPr>
        <p:spPr>
          <a:xfrm>
            <a:off x="4571600" y="1804725"/>
            <a:ext cx="3037200" cy="92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8" name="Google Shape;128;p7"/>
          <p:cNvSpPr/>
          <p:nvPr/>
        </p:nvSpPr>
        <p:spPr>
          <a:xfrm>
            <a:off x="838200" y="1779400"/>
            <a:ext cx="3019500" cy="953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9" name="Google Shape;129;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Takeaways</a:t>
            </a:r>
            <a:endParaRPr/>
          </a:p>
        </p:txBody>
      </p:sp>
      <p:graphicFrame>
        <p:nvGraphicFramePr>
          <p:cNvPr id="130" name="Google Shape;130;p7"/>
          <p:cNvGraphicFramePr/>
          <p:nvPr/>
        </p:nvGraphicFramePr>
        <p:xfrm>
          <a:off x="838225" y="1789825"/>
          <a:ext cx="3000000" cy="3000000"/>
        </p:xfrm>
        <a:graphic>
          <a:graphicData uri="http://schemas.openxmlformats.org/drawingml/2006/table">
            <a:tbl>
              <a:tblPr>
                <a:noFill/>
                <a:tableStyleId>{4F68510D-9E6F-4E28-9EA5-C27ABD2112A7}</a:tableStyleId>
              </a:tblPr>
              <a:tblGrid>
                <a:gridCol w="3019475"/>
              </a:tblGrid>
              <a:tr h="942900">
                <a:tc>
                  <a:txBody>
                    <a:bodyPr/>
                    <a:lstStyle/>
                    <a:p>
                      <a:pPr indent="0" lvl="0" marL="0" rtl="0" algn="ctr">
                        <a:spcBef>
                          <a:spcPts val="0"/>
                        </a:spcBef>
                        <a:spcAft>
                          <a:spcPts val="0"/>
                        </a:spcAft>
                        <a:buNone/>
                      </a:pPr>
                      <a:r>
                        <a:rPr b="1" lang="en-US" sz="2000">
                          <a:latin typeface="Calibri"/>
                          <a:ea typeface="Calibri"/>
                          <a:cs typeface="Calibri"/>
                          <a:sym typeface="Calibri"/>
                        </a:rPr>
                        <a:t>Recap</a:t>
                      </a:r>
                      <a:endParaRPr b="1" sz="2000">
                        <a:latin typeface="Calibri"/>
                        <a:ea typeface="Calibri"/>
                        <a:cs typeface="Calibri"/>
                        <a:sym typeface="Calibri"/>
                      </a:endParaRPr>
                    </a:p>
                  </a:txBody>
                  <a:tcPr marT="91425" marB="91425" marR="91425" marL="91425" anchor="ctr"/>
                </a:tc>
              </a:tr>
              <a:tr h="3650025">
                <a:tc>
                  <a:txBody>
                    <a:bodyPr/>
                    <a:lstStyle/>
                    <a:p>
                      <a:pPr indent="-330200" lvl="0" marL="457200" rtl="0" algn="l">
                        <a:lnSpc>
                          <a:spcPct val="100000"/>
                        </a:lnSpc>
                        <a:spcBef>
                          <a:spcPts val="0"/>
                        </a:spcBef>
                        <a:spcAft>
                          <a:spcPts val="0"/>
                        </a:spcAft>
                        <a:buSzPts val="1600"/>
                        <a:buFont typeface="Calibri"/>
                        <a:buChar char="●"/>
                      </a:pPr>
                      <a:r>
                        <a:rPr lang="en-US" sz="1600">
                          <a:latin typeface="Calibri"/>
                          <a:ea typeface="Calibri"/>
                          <a:cs typeface="Calibri"/>
                          <a:sym typeface="Calibri"/>
                        </a:rPr>
                        <a:t>Best: OpenAI Embeddings + LogisticRegression Acc/ 97.30%</a:t>
                      </a:r>
                      <a:endParaRPr sz="1600">
                        <a:latin typeface="Calibri"/>
                        <a:ea typeface="Calibri"/>
                        <a:cs typeface="Calibri"/>
                        <a:sym typeface="Calibri"/>
                      </a:endParaRPr>
                    </a:p>
                    <a:p>
                      <a:pPr indent="-330200" lvl="0" marL="457200" rtl="0" algn="l">
                        <a:lnSpc>
                          <a:spcPct val="100000"/>
                        </a:lnSpc>
                        <a:spcBef>
                          <a:spcPts val="1000"/>
                        </a:spcBef>
                        <a:spcAft>
                          <a:spcPts val="0"/>
                        </a:spcAft>
                        <a:buSzPts val="1600"/>
                        <a:buFont typeface="Calibri"/>
                        <a:buChar char="●"/>
                      </a:pPr>
                      <a:r>
                        <a:rPr lang="en-US" sz="1600">
                          <a:latin typeface="Calibri"/>
                          <a:ea typeface="Calibri"/>
                          <a:cs typeface="Calibri"/>
                          <a:sym typeface="Calibri"/>
                        </a:rPr>
                        <a:t>Next: </a:t>
                      </a:r>
                      <a:r>
                        <a:rPr lang="en-US" sz="1600">
                          <a:solidFill>
                            <a:schemeClr val="dk1"/>
                          </a:solidFill>
                          <a:latin typeface="Calibri"/>
                          <a:ea typeface="Calibri"/>
                          <a:cs typeface="Calibri"/>
                          <a:sym typeface="Calibri"/>
                        </a:rPr>
                        <a:t>BiLSTM (Model 5) — Acc/F1 97.07%, Val loss 0.1194</a:t>
                      </a:r>
                      <a:endParaRPr sz="1600">
                        <a:latin typeface="Calibri"/>
                        <a:ea typeface="Calibri"/>
                        <a:cs typeface="Calibri"/>
                        <a:sym typeface="Calibri"/>
                      </a:endParaRPr>
                    </a:p>
                    <a:p>
                      <a:pPr indent="-330200" lvl="0" marL="457200" rtl="0" algn="l">
                        <a:lnSpc>
                          <a:spcPct val="100000"/>
                        </a:lnSpc>
                        <a:spcBef>
                          <a:spcPts val="1000"/>
                        </a:spcBef>
                        <a:spcAft>
                          <a:spcPts val="0"/>
                        </a:spcAft>
                        <a:buSzPts val="1600"/>
                        <a:buFont typeface="Calibri"/>
                        <a:buChar char="●"/>
                      </a:pPr>
                      <a:r>
                        <a:rPr lang="en-US" sz="1600">
                          <a:latin typeface="Calibri"/>
                          <a:ea typeface="Calibri"/>
                          <a:cs typeface="Calibri"/>
                          <a:sym typeface="Calibri"/>
                        </a:rPr>
                        <a:t>Baseline: TF-IDF + LinearSVC (Model 1) — Acc 95%, F1 0.96 </a:t>
                      </a:r>
                      <a:endParaRPr sz="1600">
                        <a:latin typeface="Calibri"/>
                        <a:ea typeface="Calibri"/>
                        <a:cs typeface="Calibri"/>
                        <a:sym typeface="Calibri"/>
                      </a:endParaRPr>
                    </a:p>
                    <a:p>
                      <a:pPr indent="-330200" lvl="0" marL="457200" rtl="0" algn="l">
                        <a:lnSpc>
                          <a:spcPct val="100000"/>
                        </a:lnSpc>
                        <a:spcBef>
                          <a:spcPts val="1000"/>
                        </a:spcBef>
                        <a:spcAft>
                          <a:spcPts val="1000"/>
                        </a:spcAft>
                        <a:buSzPts val="1600"/>
                        <a:buFont typeface="Calibri"/>
                        <a:buChar char="●"/>
                      </a:pPr>
                      <a:r>
                        <a:rPr lang="en-US" sz="1600">
                          <a:latin typeface="Calibri"/>
                          <a:ea typeface="Calibri"/>
                          <a:cs typeface="Calibri"/>
                          <a:sym typeface="Calibri"/>
                        </a:rPr>
                        <a:t>TF-IDF RandomForest — Acc 95%, F1 0.95</a:t>
                      </a:r>
                      <a:endParaRPr sz="1600">
                        <a:latin typeface="Calibri"/>
                        <a:ea typeface="Calibri"/>
                        <a:cs typeface="Calibri"/>
                        <a:sym typeface="Calibri"/>
                      </a:endParaRPr>
                    </a:p>
                  </a:txBody>
                  <a:tcPr marT="91425" marB="91425" marR="91425" marL="91425"/>
                </a:tc>
              </a:tr>
            </a:tbl>
          </a:graphicData>
        </a:graphic>
      </p:graphicFrame>
      <p:graphicFrame>
        <p:nvGraphicFramePr>
          <p:cNvPr id="131" name="Google Shape;131;p7"/>
          <p:cNvGraphicFramePr/>
          <p:nvPr/>
        </p:nvGraphicFramePr>
        <p:xfrm>
          <a:off x="4577438" y="1789825"/>
          <a:ext cx="3000000" cy="3000000"/>
        </p:xfrm>
        <a:graphic>
          <a:graphicData uri="http://schemas.openxmlformats.org/drawingml/2006/table">
            <a:tbl>
              <a:tblPr>
                <a:noFill/>
                <a:tableStyleId>{4F68510D-9E6F-4E28-9EA5-C27ABD2112A7}</a:tableStyleId>
              </a:tblPr>
              <a:tblGrid>
                <a:gridCol w="3037125"/>
              </a:tblGrid>
              <a:tr h="942900">
                <a:tc>
                  <a:txBody>
                    <a:bodyPr/>
                    <a:lstStyle/>
                    <a:p>
                      <a:pPr indent="0" lvl="0" marL="0" rtl="0" algn="ctr">
                        <a:spcBef>
                          <a:spcPts val="0"/>
                        </a:spcBef>
                        <a:spcAft>
                          <a:spcPts val="0"/>
                        </a:spcAft>
                        <a:buNone/>
                      </a:pPr>
                      <a:r>
                        <a:rPr b="1" lang="en-US" sz="2000">
                          <a:latin typeface="Calibri"/>
                          <a:ea typeface="Calibri"/>
                          <a:cs typeface="Calibri"/>
                          <a:sym typeface="Calibri"/>
                        </a:rPr>
                        <a:t>Challenges</a:t>
                      </a:r>
                      <a:endParaRPr b="1" sz="2000">
                        <a:latin typeface="Calibri"/>
                        <a:ea typeface="Calibri"/>
                        <a:cs typeface="Calibri"/>
                        <a:sym typeface="Calibri"/>
                      </a:endParaRPr>
                    </a:p>
                  </a:txBody>
                  <a:tcPr marT="91425" marB="91425" marR="91425" marL="91425" anchor="ctr"/>
                </a:tc>
              </a:tr>
              <a:tr h="3650025">
                <a:tc>
                  <a:txBody>
                    <a:bodyPr/>
                    <a:lstStyle/>
                    <a:p>
                      <a:pPr indent="-330200" lvl="0" marL="457200" rtl="0" algn="l">
                        <a:lnSpc>
                          <a:spcPct val="100000"/>
                        </a:lnSpc>
                        <a:spcBef>
                          <a:spcPts val="0"/>
                        </a:spcBef>
                        <a:spcAft>
                          <a:spcPts val="0"/>
                        </a:spcAft>
                        <a:buSzPts val="1600"/>
                        <a:buFont typeface="Calibri"/>
                        <a:buChar char="●"/>
                      </a:pPr>
                      <a:r>
                        <a:rPr lang="en-US" sz="1600">
                          <a:latin typeface="Calibri"/>
                          <a:ea typeface="Calibri"/>
                          <a:cs typeface="Calibri"/>
                          <a:sym typeface="Calibri"/>
                        </a:rPr>
                        <a:t>Technical conflicts when running model cross-testing.</a:t>
                      </a:r>
                      <a:endParaRPr sz="1600">
                        <a:latin typeface="Calibri"/>
                        <a:ea typeface="Calibri"/>
                        <a:cs typeface="Calibri"/>
                        <a:sym typeface="Calibri"/>
                      </a:endParaRPr>
                    </a:p>
                    <a:p>
                      <a:pPr indent="-330200" lvl="0" marL="457200" rtl="0" algn="l">
                        <a:lnSpc>
                          <a:spcPct val="100000"/>
                        </a:lnSpc>
                        <a:spcBef>
                          <a:spcPts val="1000"/>
                        </a:spcBef>
                        <a:spcAft>
                          <a:spcPts val="0"/>
                        </a:spcAft>
                        <a:buSzPts val="1600"/>
                        <a:buFont typeface="Calibri"/>
                        <a:buChar char="●"/>
                      </a:pPr>
                      <a:r>
                        <a:rPr lang="en-US" sz="1600">
                          <a:latin typeface="Calibri"/>
                          <a:ea typeface="Calibri"/>
                          <a:cs typeface="Calibri"/>
                          <a:sym typeface="Calibri"/>
                        </a:rPr>
                        <a:t>Understanding what changes could actually improve the models to match expectations.</a:t>
                      </a:r>
                      <a:endParaRPr sz="1600">
                        <a:latin typeface="Calibri"/>
                        <a:ea typeface="Calibri"/>
                        <a:cs typeface="Calibri"/>
                        <a:sym typeface="Calibri"/>
                      </a:endParaRPr>
                    </a:p>
                    <a:p>
                      <a:pPr indent="-330200" lvl="0" marL="457200" rtl="0" algn="l">
                        <a:lnSpc>
                          <a:spcPct val="100000"/>
                        </a:lnSpc>
                        <a:spcBef>
                          <a:spcPts val="1000"/>
                        </a:spcBef>
                        <a:spcAft>
                          <a:spcPts val="0"/>
                        </a:spcAft>
                        <a:buSzPts val="1600"/>
                        <a:buFont typeface="Calibri"/>
                        <a:buChar char="●"/>
                      </a:pPr>
                      <a:r>
                        <a:rPr lang="en-US" sz="1600">
                          <a:latin typeface="Calibri"/>
                          <a:ea typeface="Calibri"/>
                          <a:cs typeface="Calibri"/>
                          <a:sym typeface="Calibri"/>
                        </a:rPr>
                        <a:t>Tooling friction: kernel resets and file path issues when saving </a:t>
                      </a:r>
                      <a:r>
                        <a:rPr lang="en-US" sz="1600">
                          <a:latin typeface="Calibri"/>
                          <a:ea typeface="Calibri"/>
                          <a:cs typeface="Calibri"/>
                          <a:sym typeface="Calibri"/>
                        </a:rPr>
                        <a:t>models.</a:t>
                      </a:r>
                      <a:endParaRPr sz="1600">
                        <a:latin typeface="Calibri"/>
                        <a:ea typeface="Calibri"/>
                        <a:cs typeface="Calibri"/>
                        <a:sym typeface="Calibri"/>
                      </a:endParaRPr>
                    </a:p>
                    <a:p>
                      <a:pPr indent="-330200" lvl="0" marL="457200" rtl="0" algn="l">
                        <a:lnSpc>
                          <a:spcPct val="100000"/>
                        </a:lnSpc>
                        <a:spcBef>
                          <a:spcPts val="1000"/>
                        </a:spcBef>
                        <a:spcAft>
                          <a:spcPts val="0"/>
                        </a:spcAft>
                        <a:buSzPts val="1600"/>
                        <a:buFont typeface="Calibri"/>
                        <a:buChar char="●"/>
                      </a:pPr>
                      <a:r>
                        <a:rPr lang="en-US" sz="1600">
                          <a:latin typeface="Calibri"/>
                          <a:ea typeface="Calibri"/>
                          <a:cs typeface="Calibri"/>
                          <a:sym typeface="Calibri"/>
                        </a:rPr>
                        <a:t>Finding alternative datasets for python versions.</a:t>
                      </a:r>
                      <a:endParaRPr sz="1600">
                        <a:latin typeface="Calibri"/>
                        <a:ea typeface="Calibri"/>
                        <a:cs typeface="Calibri"/>
                        <a:sym typeface="Calibri"/>
                      </a:endParaRPr>
                    </a:p>
                    <a:p>
                      <a:pPr indent="-330200" lvl="0" marL="457200" rtl="0" algn="l">
                        <a:lnSpc>
                          <a:spcPct val="100000"/>
                        </a:lnSpc>
                        <a:spcBef>
                          <a:spcPts val="1000"/>
                        </a:spcBef>
                        <a:spcAft>
                          <a:spcPts val="1000"/>
                        </a:spcAft>
                        <a:buSzPts val="1600"/>
                        <a:buFont typeface="Calibri"/>
                        <a:buChar char="●"/>
                      </a:pPr>
                      <a:r>
                        <a:rPr lang="en-US" sz="1600">
                          <a:latin typeface="Calibri"/>
                          <a:ea typeface="Calibri"/>
                          <a:cs typeface="Calibri"/>
                          <a:sym typeface="Calibri"/>
                        </a:rPr>
                        <a:t>Workflow. </a:t>
                      </a:r>
                      <a:endParaRPr sz="1600">
                        <a:latin typeface="Calibri"/>
                        <a:ea typeface="Calibri"/>
                        <a:cs typeface="Calibri"/>
                        <a:sym typeface="Calibri"/>
                      </a:endParaRPr>
                    </a:p>
                  </a:txBody>
                  <a:tcPr marT="91425" marB="91425" marR="91425" marL="91425"/>
                </a:tc>
              </a:tr>
            </a:tbl>
          </a:graphicData>
        </a:graphic>
      </p:graphicFrame>
      <p:graphicFrame>
        <p:nvGraphicFramePr>
          <p:cNvPr id="132" name="Google Shape;132;p7"/>
          <p:cNvGraphicFramePr/>
          <p:nvPr/>
        </p:nvGraphicFramePr>
        <p:xfrm>
          <a:off x="8316675" y="1789825"/>
          <a:ext cx="3000000" cy="3000000"/>
        </p:xfrm>
        <a:graphic>
          <a:graphicData uri="http://schemas.openxmlformats.org/drawingml/2006/table">
            <a:tbl>
              <a:tblPr>
                <a:noFill/>
                <a:tableStyleId>{4F68510D-9E6F-4E28-9EA5-C27ABD2112A7}</a:tableStyleId>
              </a:tblPr>
              <a:tblGrid>
                <a:gridCol w="3037125"/>
              </a:tblGrid>
              <a:tr h="942900">
                <a:tc>
                  <a:txBody>
                    <a:bodyPr/>
                    <a:lstStyle/>
                    <a:p>
                      <a:pPr indent="0" lvl="0" marL="0" rtl="0" algn="ctr">
                        <a:spcBef>
                          <a:spcPts val="0"/>
                        </a:spcBef>
                        <a:spcAft>
                          <a:spcPts val="0"/>
                        </a:spcAft>
                        <a:buNone/>
                      </a:pPr>
                      <a:r>
                        <a:rPr b="1" lang="en-US" sz="2000">
                          <a:latin typeface="Calibri"/>
                          <a:ea typeface="Calibri"/>
                          <a:cs typeface="Calibri"/>
                          <a:sym typeface="Calibri"/>
                        </a:rPr>
                        <a:t>Key Learnings</a:t>
                      </a:r>
                      <a:endParaRPr b="1" sz="2000">
                        <a:latin typeface="Calibri"/>
                        <a:ea typeface="Calibri"/>
                        <a:cs typeface="Calibri"/>
                        <a:sym typeface="Calibri"/>
                      </a:endParaRPr>
                    </a:p>
                  </a:txBody>
                  <a:tcPr marT="91425" marB="91425" marR="91425" marL="91425" anchor="ctr"/>
                </a:tc>
              </a:tr>
              <a:tr h="3650025">
                <a:tc>
                  <a:txBody>
                    <a:bodyPr/>
                    <a:lstStyle/>
                    <a:p>
                      <a:pPr indent="-330200" lvl="0" marL="457200" rtl="0" algn="l">
                        <a:spcBef>
                          <a:spcPts val="0"/>
                        </a:spcBef>
                        <a:spcAft>
                          <a:spcPts val="0"/>
                        </a:spcAft>
                        <a:buSzPts val="1600"/>
                        <a:buFont typeface="Calibri"/>
                        <a:buChar char="●"/>
                      </a:pPr>
                      <a:r>
                        <a:rPr lang="en-US" sz="1600">
                          <a:latin typeface="Calibri"/>
                          <a:ea typeface="Calibri"/>
                          <a:cs typeface="Calibri"/>
                          <a:sym typeface="Calibri"/>
                        </a:rPr>
                        <a:t>Understanding your model for the relationship to solve the problem matches your expectations.</a:t>
                      </a:r>
                      <a:endParaRPr sz="1600">
                        <a:latin typeface="Calibri"/>
                        <a:ea typeface="Calibri"/>
                        <a:cs typeface="Calibri"/>
                        <a:sym typeface="Calibri"/>
                      </a:endParaRPr>
                    </a:p>
                    <a:p>
                      <a:pPr indent="-330200" lvl="0" marL="457200" rtl="0" algn="l">
                        <a:spcBef>
                          <a:spcPts val="1000"/>
                        </a:spcBef>
                        <a:spcAft>
                          <a:spcPts val="0"/>
                        </a:spcAft>
                        <a:buSzPts val="1600"/>
                        <a:buFont typeface="Calibri"/>
                        <a:buChar char="●"/>
                      </a:pPr>
                      <a:r>
                        <a:rPr lang="en-US" sz="1600">
                          <a:latin typeface="Calibri"/>
                          <a:ea typeface="Calibri"/>
                          <a:cs typeface="Calibri"/>
                          <a:sym typeface="Calibri"/>
                        </a:rPr>
                        <a:t>Simplicity of the models is better than overcomplicating for negligible improvement.</a:t>
                      </a:r>
                      <a:endParaRPr sz="1600">
                        <a:latin typeface="Calibri"/>
                        <a:ea typeface="Calibri"/>
                        <a:cs typeface="Calibri"/>
                        <a:sym typeface="Calibri"/>
                      </a:endParaRPr>
                    </a:p>
                    <a:p>
                      <a:pPr indent="-330200" lvl="0" marL="457200" rtl="0" algn="l">
                        <a:spcBef>
                          <a:spcPts val="1000"/>
                        </a:spcBef>
                        <a:spcAft>
                          <a:spcPts val="1000"/>
                        </a:spcAft>
                        <a:buSzPts val="1600"/>
                        <a:buFont typeface="Calibri"/>
                        <a:buChar char="●"/>
                      </a:pPr>
                      <a:r>
                        <a:rPr lang="en-US" sz="1600">
                          <a:latin typeface="Calibri"/>
                          <a:ea typeface="Calibri"/>
                          <a:cs typeface="Calibri"/>
                          <a:sym typeface="Calibri"/>
                        </a:rPr>
                        <a:t>Bidirectional RNNs capture context better than Embedding + Pool (Model 4 Acc 0.9463)</a:t>
                      </a:r>
                      <a:endParaRPr sz="1600">
                        <a:latin typeface="Calibri"/>
                        <a:ea typeface="Calibri"/>
                        <a:cs typeface="Calibri"/>
                        <a:sym typeface="Calibri"/>
                      </a:endParaRPr>
                    </a:p>
                  </a:txBody>
                  <a:tcPr marT="91425" marB="91425" marR="91425" marL="91425"/>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136" name="Shape 136"/>
        <p:cNvGrpSpPr/>
        <p:nvPr/>
      </p:nvGrpSpPr>
      <p:grpSpPr>
        <a:xfrm>
          <a:off x="0" y="0"/>
          <a:ext cx="0" cy="0"/>
          <a:chOff x="0" y="0"/>
          <a:chExt cx="0" cy="0"/>
        </a:xfrm>
      </p:grpSpPr>
      <p:sp>
        <p:nvSpPr>
          <p:cNvPr id="137" name="Google Shape;137;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Instructions</a:t>
            </a:r>
            <a:endParaRPr/>
          </a:p>
        </p:txBody>
      </p:sp>
      <p:sp>
        <p:nvSpPr>
          <p:cNvPr id="138" name="Google Shape;138;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252095" lvl="0" marL="228600" rtl="0" algn="l">
              <a:lnSpc>
                <a:spcPct val="120000"/>
              </a:lnSpc>
              <a:spcBef>
                <a:spcPts val="0"/>
              </a:spcBef>
              <a:spcAft>
                <a:spcPts val="0"/>
              </a:spcAft>
              <a:buSzPct val="100000"/>
              <a:buChar char="•"/>
            </a:pPr>
            <a:r>
              <a:rPr lang="en-US"/>
              <a:t>All team members must </a:t>
            </a:r>
            <a:r>
              <a:rPr b="1" lang="en-US"/>
              <a:t>participate</a:t>
            </a:r>
            <a:r>
              <a:rPr lang="en-US"/>
              <a:t> (either split the slides, or discuss the part that you did for each slide)</a:t>
            </a:r>
            <a:endParaRPr/>
          </a:p>
          <a:p>
            <a:pPr indent="-252095" lvl="0" marL="228600" rtl="0" algn="l">
              <a:lnSpc>
                <a:spcPct val="120000"/>
              </a:lnSpc>
              <a:spcBef>
                <a:spcPts val="1000"/>
              </a:spcBef>
              <a:spcAft>
                <a:spcPts val="0"/>
              </a:spcAft>
              <a:buSzPct val="100000"/>
              <a:buChar char="•"/>
            </a:pPr>
            <a:r>
              <a:rPr b="1" lang="en-US"/>
              <a:t>10 minutes </a:t>
            </a:r>
            <a:r>
              <a:rPr lang="en-US"/>
              <a:t>for presentation (HARD limit) + 3 minutes for questions</a:t>
            </a:r>
            <a:endParaRPr/>
          </a:p>
          <a:p>
            <a:pPr indent="-252095" lvl="0" marL="228600" rtl="0" algn="l">
              <a:lnSpc>
                <a:spcPct val="120000"/>
              </a:lnSpc>
              <a:spcBef>
                <a:spcPts val="1000"/>
              </a:spcBef>
              <a:spcAft>
                <a:spcPts val="0"/>
              </a:spcAft>
              <a:buSzPct val="100000"/>
              <a:buChar char="•"/>
            </a:pPr>
            <a:r>
              <a:rPr lang="en-US"/>
              <a:t>Tip: </a:t>
            </a:r>
            <a:r>
              <a:rPr b="1" lang="en-US"/>
              <a:t>Rehearse</a:t>
            </a:r>
            <a:r>
              <a:rPr lang="en-US"/>
              <a:t> the presentation at least once</a:t>
            </a:r>
            <a:endParaRPr/>
          </a:p>
          <a:p>
            <a:pPr indent="0" lvl="0" marL="0" rtl="0" algn="l">
              <a:lnSpc>
                <a:spcPct val="120000"/>
              </a:lnSpc>
              <a:spcBef>
                <a:spcPts val="1000"/>
              </a:spcBef>
              <a:spcAft>
                <a:spcPts val="0"/>
              </a:spcAft>
              <a:buNone/>
            </a:pPr>
            <a:r>
              <a:t/>
            </a:r>
            <a:endParaRPr/>
          </a:p>
          <a:p>
            <a:pPr indent="-252095" lvl="0" marL="228600" rtl="0" algn="l">
              <a:lnSpc>
                <a:spcPct val="120000"/>
              </a:lnSpc>
              <a:spcBef>
                <a:spcPts val="1000"/>
              </a:spcBef>
              <a:spcAft>
                <a:spcPts val="0"/>
              </a:spcAft>
              <a:buSzPct val="100000"/>
              <a:buChar char="•"/>
            </a:pPr>
            <a:r>
              <a:rPr b="1" lang="en-US"/>
              <a:t>Submit</a:t>
            </a:r>
            <a:r>
              <a:rPr lang="en-US"/>
              <a:t>: code + ppt + predictions csv on a github repo</a:t>
            </a:r>
            <a:endParaRPr/>
          </a:p>
          <a:p>
            <a:pPr indent="-252095" lvl="0" marL="228600" rtl="0" algn="l">
              <a:lnSpc>
                <a:spcPct val="120000"/>
              </a:lnSpc>
              <a:spcBef>
                <a:spcPts val="1000"/>
              </a:spcBef>
              <a:spcAft>
                <a:spcPts val="0"/>
              </a:spcAft>
              <a:buSzPct val="100000"/>
              <a:buChar char="•"/>
            </a:pPr>
            <a:r>
              <a:rPr b="1" lang="en-US"/>
              <a:t>Deadline</a:t>
            </a:r>
            <a:r>
              <a:rPr lang="en-US"/>
              <a:t>: Friday 16:30pm. Presentations will start around that time so we have a 30-min buffer to account for technical issues</a:t>
            </a:r>
            <a:endParaRPr/>
          </a:p>
          <a:p>
            <a:pPr indent="-252095" lvl="0" marL="228600" rtl="0" algn="l">
              <a:lnSpc>
                <a:spcPct val="120000"/>
              </a:lnSpc>
              <a:spcBef>
                <a:spcPts val="1000"/>
              </a:spcBef>
              <a:spcAft>
                <a:spcPts val="0"/>
              </a:spcAft>
              <a:buSzPct val="100000"/>
              <a:buChar char="•"/>
            </a:pPr>
            <a:r>
              <a:rPr lang="en-US"/>
              <a:t>Each student must </a:t>
            </a:r>
            <a:r>
              <a:rPr b="1" lang="en-US"/>
              <a:t>submit their own answer </a:t>
            </a:r>
            <a:r>
              <a:rPr lang="en-US"/>
              <a:t>to the Ironhack portal</a:t>
            </a:r>
            <a:endParaRPr/>
          </a:p>
          <a:p>
            <a:pPr indent="-232409" lvl="1" marL="685800" rtl="0" algn="l">
              <a:lnSpc>
                <a:spcPct val="120000"/>
              </a:lnSpc>
              <a:spcBef>
                <a:spcPts val="500"/>
              </a:spcBef>
              <a:spcAft>
                <a:spcPts val="0"/>
              </a:spcAft>
              <a:buSzPct val="100000"/>
              <a:buChar char="•"/>
            </a:pPr>
            <a:r>
              <a:rPr lang="en-US"/>
              <a:t>Group members may submit the same repo</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2024-10-03T09:08:22Z</dcterms:created>
  <dc:creator>Carlos Fenollosa</dc:creator>
</cp:coreProperties>
</file>